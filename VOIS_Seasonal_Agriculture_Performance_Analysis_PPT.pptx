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defRPr sz="2000" b="0">
                <a:latin typeface="Arial"/>
              </a:defRPr>
            </a:pPr>
            <a:r>
              <a:t>[Student Name]</a:t>
            </a:r>
            <a:br/>
            <a:r>
              <a:t>[College Name]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pPr>
              <a:defRPr sz="2800" b="1">
                <a:latin typeface="Arial"/>
              </a:defRPr>
            </a:pPr>
            <a: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latin typeface="Arial"/>
              </a:defRPr>
            </a:pPr>
            <a:r>
              <a:t>AICTE STU ID: [Enter your AICTE STU ID]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00000"/>
              </a:lnSpc>
              <a:defRPr sz="1700" b="0">
                <a:latin typeface="Arial"/>
              </a:defRPr>
            </a:pPr>
            <a:r>
              <a:t>Agricultural performance varies with seasonal environmental conditions, farming practices, resource availability and market conditions. This project analyzes the given agricultural dataset to identify seasonal differences, trends, relationships and unusual patterns.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pPr>
              <a:defRPr sz="1700" b="0">
                <a:latin typeface="Arial"/>
              </a:defRPr>
            </a:pPr>
            <a:r>
              <a:t>This project analyzes 4,000 farm-level records across 3 seasons, 8 crops and 8 states. The workflow covers data exploration, missing-value treatment, descriptive statistics, seasonal comparisons, crop and irrigation analysis, correlation analysis, visualization and evidence-based recommendations.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Farmers and farm managers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Agricultural planners and extension teams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Agribusiness and supply-chain stakeholders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Researchers and students analyzing seasonal performance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Decision-makers interested in resource and crop planning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55448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Python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Jupyter Notebook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Pandas — data manipulation and aggregation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NumPy — numerical processing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Matplotlib / Seaborn — visualization</a:t>
            </a:r>
          </a:p>
          <a:p>
            <a:pPr>
              <a:spcAft>
                <a:spcPts val="700"/>
              </a:spcAft>
              <a:defRPr sz="2000">
                <a:latin typeface="Arial"/>
              </a:defRPr>
            </a:pPr>
            <a:r>
              <a:t>Statistical analysis — descriptive statistics and correlation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rial"/>
              </a:defRPr>
            </a:pPr>
            <a:r>
              <a:t>Dataset: 4,000 records × 28 columns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920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Total production: 172,985 tonnes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468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Total revenue: ₹2.55 billion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017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Total profit: ₹446.23 million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661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Missing values before cleaning: 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14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Missing values after cleaning: 0</a:t>
            </a:r>
          </a:p>
        </p:txBody>
      </p:sp>
      <p:pic>
        <p:nvPicPr>
          <p:cNvPr id="30" name="Picture 29" descr="season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25880"/>
            <a:ext cx="4663440" cy="258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20840" y="16459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t>Data preparation: 4,000 rows and 28 columns. 120 missing cells were identified and numeric gaps were filled using median imputation.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20840" y="16459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t>Seasonal aggregation was used to compare yield, profit and water efficiency across Kharif, Rabi and Zaid.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20840" y="16459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t>Kharif had the highest average yield (5.64 t/ha) and highest average profit (₹178,915). Zaid showed the lowest average profit (₹-24,805).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1" name="Picture 30" descr="code_snapsho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25880"/>
            <a:ext cx="5760720" cy="295496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20840" y="16459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latin typeface="Arial"/>
              </a:defRPr>
            </a:pPr>
            <a:r>
              <a:t>Drip irrigation recorded the highest average yield (6.62 t/ha) among irrigation methods, while Rainfed had the highest water efficiency (7.56 t/1,000 m³).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914400" y="1554480"/>
            <a:ext cx="8229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t>Build predictive models for yield and profit forecasting.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t>Add time-series weather and market-price data for stronger seasonal analysis.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t>Develop an interactive dashboard for region, crop and season filtering.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t>Use optimization methods to recommend crop and irrigation choices.</a:t>
            </a:r>
          </a:p>
          <a:p>
            <a:pPr>
              <a:spcAft>
                <a:spcPts val="700"/>
              </a:spcAft>
              <a:defRPr sz="1900">
                <a:latin typeface="Arial"/>
              </a:defRPr>
            </a:pPr>
            <a:r>
              <a:t>Integrate real-time weather and soil data for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[Add your GitHub repository link here]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743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Arial"/>
              </a:defRPr>
            </a:pPr>
            <a:r>
              <a:t>Project notebook and analysis files can be maintained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pPr>
              <a:defRPr sz="2200" b="1">
                <a:latin typeface="Arial"/>
              </a:defRPr>
            </a:pPr>
            <a:r>
              <a:t>VOIS Course Completion Certificate</a:t>
            </a:r>
            <a:br/>
            <a:r>
              <a:t>Course name: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202</Words>
  <Application>Microsoft Office PowerPoint</Application>
  <PresentationFormat>Widescreen</PresentationFormat>
  <Paragraphs>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98</cp:revision>
  <dcterms:created xsi:type="dcterms:W3CDTF">2021-07-11T13:13:15Z</dcterms:created>
  <dcterms:modified xsi:type="dcterms:W3CDTF">2026-09-04T02:42:44Z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