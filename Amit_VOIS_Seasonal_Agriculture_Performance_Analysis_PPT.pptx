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43" y="30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83914"/>
            <a:ext cx="5545656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defRPr sz="2000" b="0">
                <a:latin typeface="Arial"/>
              </a:defRPr>
            </a:pPr>
            <a:r>
              <a:rPr dirty="0"/>
              <a:t>Student Name</a:t>
            </a:r>
            <a:r>
              <a:rPr lang="en-IN" dirty="0"/>
              <a:t>: Amit Kumar Gupta</a:t>
            </a:r>
            <a:br>
              <a:rPr dirty="0"/>
            </a:br>
            <a:r>
              <a:rPr lang="en-IN" dirty="0"/>
              <a:t>     </a:t>
            </a:r>
            <a:r>
              <a:rPr dirty="0"/>
              <a:t>College Name</a:t>
            </a:r>
            <a:r>
              <a:rPr lang="en-IN" dirty="0"/>
              <a:t>: Amity University Jharkhand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 fontScale="90000"/>
          </a:bodyPr>
          <a:lstStyle/>
          <a:p>
            <a:pPr>
              <a:defRPr sz="2800" b="1">
                <a:latin typeface="Arial"/>
              </a:defRPr>
            </a:pPr>
            <a:r>
              <a:rPr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5" y="4576469"/>
            <a:ext cx="4554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 b="1">
                <a:latin typeface="Arial"/>
              </a:defRPr>
            </a:pPr>
            <a:r>
              <a:rPr dirty="0"/>
              <a:t>AICTE STU ID: </a:t>
            </a:r>
            <a:r>
              <a:rPr lang="en-IN" b="1" dirty="0"/>
              <a:t>STU6a2a7bd06be6f1781169104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defRPr sz="1700" b="0">
                <a:latin typeface="Arial"/>
              </a:defRPr>
            </a:pPr>
            <a:r>
              <a:t>Agricultural performance varies with seasonal environmental conditions, farming practices, resource availability and market conditions. This project analyzes the given agricultural dataset to identify seasonal differences, trends, relationships and unusual patterns.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pPr>
              <a:defRPr sz="1700" b="0">
                <a:latin typeface="Arial"/>
              </a:defRPr>
            </a:pPr>
            <a:r>
              <a:t>This project analyzes 4,000 farm-level records across 3 seasons, 8 crops and 8 states. The workflow covers data exploration, missing-value treatment, descriptive statistics, seasonal comparisons, crop and irrigation analysis, correlation analysis, visualization and evidence-based recommendations.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6762" y="14561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Farmers and farm managers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Agricultural planners and extension teams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Agribusiness and supply-chain stakeholders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Researchers and students analyzing seasonal performance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Decision-makers interested in resource and crop planning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883" y="1278384"/>
            <a:ext cx="8333117" cy="2387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rPr dirty="0"/>
              <a:t>Python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rPr dirty="0"/>
              <a:t>Jupyter Notebook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rPr dirty="0"/>
              <a:t>Pandas — data manipulation and aggregation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rPr dirty="0"/>
              <a:t>NumPy — numerical processing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rPr dirty="0"/>
              <a:t>Matplotlib / Seaborn — visualization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rPr dirty="0"/>
              <a:t>Statistical analysis — descriptive statistics and correlation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82296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rial"/>
              </a:defRPr>
            </a:pPr>
            <a:r>
              <a:t>Dataset: 4,000 records × 28 columns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19202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Arial"/>
              </a:defRPr>
            </a:pPr>
            <a:r>
              <a:t>Total production: 172,985 tonnes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468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Arial"/>
              </a:defRPr>
            </a:pPr>
            <a:r>
              <a:t>Total revenue: ₹2.55 billion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0175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Arial"/>
              </a:defRPr>
            </a:pPr>
            <a:r>
              <a:t>Total profit: ₹446.23 million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5661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Arial"/>
              </a:defRPr>
            </a:pPr>
            <a:r>
              <a:t>Missing values before cleaning: 120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1148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Arial"/>
              </a:defRPr>
            </a:pPr>
            <a:r>
              <a:t>Missing values after cleaning: 0</a:t>
            </a:r>
          </a:p>
        </p:txBody>
      </p:sp>
      <p:pic>
        <p:nvPicPr>
          <p:cNvPr id="30" name="Picture 29" descr="season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25880"/>
            <a:ext cx="4663440" cy="258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1" name="Picture 30" descr="code_snapsho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5760720" cy="295496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625949" y="2101423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latin typeface="Arial"/>
              </a:defRPr>
            </a:pPr>
            <a:r>
              <a:rPr dirty="0"/>
              <a:t>Data preparation: 4,000 rows and 28 columns. 120 missing cells were identified and numeric gaps were filled using median imputation.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1" name="Picture 30" descr="code_snapsho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5760720" cy="295496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82817" y="2025482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latin typeface="Arial"/>
              </a:defRPr>
            </a:pPr>
            <a:r>
              <a:rPr dirty="0"/>
              <a:t>Seasonal aggregation was used to compare yield, profit and water efficiency across Kharif, Rabi and Zaid.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1" name="Picture 30" descr="code_snapshot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5760720" cy="295496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205740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latin typeface="Arial"/>
              </a:defRPr>
            </a:pPr>
            <a:r>
              <a:rPr dirty="0"/>
              <a:t>Kharif had the highest average yield (5.64 t/ha) and highest average profit (₹178,915). Zaid showed the lowest average profit (₹-24,805).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6565565" y="2042735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latin typeface="Arial"/>
              </a:defRPr>
            </a:pPr>
            <a:r>
              <a:rPr dirty="0"/>
              <a:t>Drip irrigation recorded the highest average yield (6.62 t/ha) among irrigation methods, while Rainfed had the highest water efficiency (7.56 t/1,000 m³).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208B96-F52E-D72F-48E7-50961AB7D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89" y="1162767"/>
            <a:ext cx="6232475" cy="319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767751" y="1608410"/>
            <a:ext cx="8229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latin typeface="Arial"/>
              </a:defRPr>
            </a:pPr>
            <a:r>
              <a:rPr dirty="0"/>
              <a:t>Build predictive models for yield and profit forecasting.</a:t>
            </a:r>
          </a:p>
          <a:p>
            <a:pPr>
              <a:spcAft>
                <a:spcPts val="700"/>
              </a:spcAft>
              <a:defRPr sz="1900">
                <a:latin typeface="Arial"/>
              </a:defRPr>
            </a:pPr>
            <a:r>
              <a:rPr dirty="0"/>
              <a:t>Add time-series weather and market-price data for stronger seasonal analysis.</a:t>
            </a:r>
          </a:p>
          <a:p>
            <a:pPr>
              <a:spcAft>
                <a:spcPts val="700"/>
              </a:spcAft>
              <a:defRPr sz="1900">
                <a:latin typeface="Arial"/>
              </a:defRPr>
            </a:pPr>
            <a:r>
              <a:rPr dirty="0"/>
              <a:t>Develop an interactive dashboard for region, crop and season filtering.</a:t>
            </a:r>
          </a:p>
          <a:p>
            <a:pPr>
              <a:spcAft>
                <a:spcPts val="700"/>
              </a:spcAft>
              <a:defRPr sz="1900">
                <a:latin typeface="Arial"/>
              </a:defRPr>
            </a:pPr>
            <a:r>
              <a:rPr dirty="0"/>
              <a:t>Use optimization methods to recommend crop and irrigation choices.</a:t>
            </a:r>
          </a:p>
          <a:p>
            <a:pPr>
              <a:spcAft>
                <a:spcPts val="700"/>
              </a:spcAft>
              <a:defRPr sz="1900">
                <a:latin typeface="Arial"/>
              </a:defRPr>
            </a:pPr>
            <a:r>
              <a:rPr dirty="0"/>
              <a:t>Integrate real-time weather and soil data for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Arial"/>
              </a:defRPr>
            </a:pPr>
            <a:r>
              <a:rPr lang="en-IN" dirty="0"/>
              <a:t>https://github.com/AmitKumarGupta15/Seasonal-Agriculture-Performance-Analysis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914400" y="2743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Arial"/>
              </a:defRPr>
            </a:pPr>
            <a:r>
              <a:t>Project notebook and analysis files can be maintained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/>
          </a:bodyPr>
          <a:lstStyle/>
          <a:p>
            <a:pPr>
              <a:defRPr sz="2200" b="1">
                <a:latin typeface="Arial"/>
              </a:defRPr>
            </a:pPr>
            <a:r>
              <a:rPr dirty="0"/>
              <a:t>VOIS Course Completion Certificate</a:t>
            </a:r>
            <a:br>
              <a:rPr dirty="0"/>
            </a:br>
            <a:r>
              <a:rPr dirty="0"/>
              <a:t>Course name: </a:t>
            </a:r>
            <a:r>
              <a:rPr lang="en-IN" sz="2200" dirty="0"/>
              <a:t>Getting Started with Linux File System</a:t>
            </a:r>
            <a:endParaRPr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7D02C9-648D-D530-AB10-C67336BD8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75371"/>
            <a:ext cx="6844038" cy="485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699"/>
            <a:ext cx="11340000" cy="3768791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8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1415</TotalTime>
  <Words>437</Words>
  <Application>Microsoft Office PowerPoint</Application>
  <PresentationFormat>Widescreen</PresentationFormat>
  <Paragraphs>52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This project analyzes 4,000 farm-level records across 3 seasons, 8 crops and 8 states. The workflow covers data exploration, missing-value treatment, descriptive statistics, seasonal comparisons, crop and irrigation analysis, correlation analysis, visualization and evidence-based recommendations.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Course name: Getting Started with Linux File System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Amit Kumar Gupta</cp:lastModifiedBy>
  <cp:revision>101</cp:revision>
  <dcterms:created xsi:type="dcterms:W3CDTF">2021-07-11T13:13:15Z</dcterms:created>
  <dcterms:modified xsi:type="dcterms:W3CDTF">2026-09-15T10:13:43Z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